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2" r:id="rId5"/>
    <p:sldId id="261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5C2F57-8F70-24B6-A6D2-4BD97375F6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6B5966-212F-D379-B59B-63F0C1BEFB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71DF5A-0E0D-A7CF-CC3E-EE10D76CF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4E59-0B5B-45AC-AE8F-EC312C4C0F5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2F3B02-2B37-5BDF-0D29-E3108465B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9B51EE-107D-7BF6-7784-92DA5D7B7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5730-1FE8-4E8A-B8FA-A63CDF859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8251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5D9ACA-F12B-E610-64AC-A59F0F488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3E323E-B3E3-A472-BF5C-035FB53E9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AA5CA8-BC74-D0FA-BC95-98C4439F3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4E59-0B5B-45AC-AE8F-EC312C4C0F5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B51661B-0CFD-DDE8-C259-376A575C4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C5D7A6-476D-8D37-E5ED-563C4994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5730-1FE8-4E8A-B8FA-A63CDF859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6458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94EE39-33E0-9A19-AE25-9DA842971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0FE3AB-3ACF-F600-D63A-0086AD670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82713E-3A9F-EF36-D747-2421728EB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4E59-0B5B-45AC-AE8F-EC312C4C0F5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E770503-B2D5-F328-EF68-407CBA97C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89F8E9-C8F9-B581-E38D-E1D7AC0B5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5730-1FE8-4E8A-B8FA-A63CDF859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3876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A80938-BE85-A061-F008-ADDD38756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578FEA-C47F-FC53-8935-93BF556EF5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3826A2-609A-5A37-21F3-A944078BB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4F7E87-AD60-55A3-6711-D97E458D8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4E59-0B5B-45AC-AE8F-EC312C4C0F5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D61FA97-3563-1A2C-5E09-25805ACCB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4CBEC86-19BD-10C9-D4BC-335C62FEA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5730-1FE8-4E8A-B8FA-A63CDF859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9194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40835-9994-2F38-7E2D-8833FF32E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D7F2C0-43B9-2DDB-334B-6BCD81CA69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E781F69-E5A8-41F0-06A8-100F22934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17696E-7E05-446A-64C3-239790FE65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3DF9B18-D1C1-E16F-0865-60B725D183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DEE8F32-3778-CA95-BCA3-2D2A76FED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4E59-0B5B-45AC-AE8F-EC312C4C0F5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414309E-36B0-9158-0633-B01D23C35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7D06D01-DD21-390A-12A3-E07AA98F1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5730-1FE8-4E8A-B8FA-A63CDF859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5118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E0C59-564B-F345-B0BE-569E02ED4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0450918-EB50-13C7-808B-563E6D4B5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4E59-0B5B-45AC-AE8F-EC312C4C0F5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9D947D1-C2EA-C274-AB3D-2E9686D15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936E33F-B5A2-44EC-085B-5D30B0837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5730-1FE8-4E8A-B8FA-A63CDF859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8003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EA40D21-8104-D2BB-14FD-5AF4E218E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4E59-0B5B-45AC-AE8F-EC312C4C0F5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0CC6DD5-E689-BDCA-7017-F4D1C6A90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9ADF11C-60EB-8119-0376-C22A88BB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5730-1FE8-4E8A-B8FA-A63CDF859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2847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31E6FC-F3D9-6F41-8378-51B852620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B13BF9-9880-5D28-6BC8-639CB9DF8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253B97D-188A-FF40-846B-B2CE87CEA5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788DECE-003E-C4CA-0DF0-4860F29A9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4E59-0B5B-45AC-AE8F-EC312C4C0F5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7498C3F-AB0C-2950-6012-9185E2C0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5B9510-AFE6-57BE-7E15-6768C6BE4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5730-1FE8-4E8A-B8FA-A63CDF859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1349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0E150C-7A8F-60B7-B620-815762461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E9A6BBF-2C13-4F4D-D4F0-99A89C9AC7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7745A9C-4B3B-BC85-367E-C5D0986C50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F2846F-1E20-FDF2-7950-B64EE2ADB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4E59-0B5B-45AC-AE8F-EC312C4C0F5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CD93B36-3519-482E-8A1F-6FA04D1A8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575FBFD-B25A-B9BB-E4E6-DF152A87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5730-1FE8-4E8A-B8FA-A63CDF859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9791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5116BD-1A74-CA0E-A708-71FD4CFD1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76324E9-38C4-7518-B512-0F92307D0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9E5639-5D09-24C1-D621-E9B5D7B19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4E59-0B5B-45AC-AE8F-EC312C4C0F5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E378D6-BEA9-E88A-ED75-69FD71E86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82F959E-AC9E-FF0E-9F8A-16628F066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5730-1FE8-4E8A-B8FA-A63CDF859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5283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5D64FB7-28E4-C6DA-C0B0-1066069152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2B387EF-90B9-41FD-A9B9-90C265A75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5E5285-539C-1BD2-17B5-AC84E77A8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C4E59-0B5B-45AC-AE8F-EC312C4C0F5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E1C0A8-D144-FA50-3954-1AA62E4E5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7731E3-276C-133E-6CDF-80745F65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B5730-1FE8-4E8A-B8FA-A63CDF859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8165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6694B90-62BB-75A2-739B-C444E875B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062916E-D146-BEA2-2657-08A5C9EB66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2402A7-259A-2FC3-36E4-436D19CB7D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AC4E59-0B5B-45AC-AE8F-EC312C4C0F55}" type="datetimeFigureOut">
              <a:rPr lang="pt-BR" smtClean="0"/>
              <a:t>03/12/2025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E556A2-0859-A2B5-1751-5BA6F0EBB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DBB01F-4E2F-5261-23BE-A8437AE4E9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B5730-1FE8-4E8A-B8FA-A63CDF859AF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8009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figma.com/proto/sSr5mPX30u3Z47htaUN4QF/Projeto-Integrador?node-id=0-1&amp;t=vkt6B6eTeJdrzaKY-1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Padrão do plano de fundo">
            <a:extLst>
              <a:ext uri="{FF2B5EF4-FFF2-40B4-BE49-F238E27FC236}">
                <a16:creationId xmlns:a16="http://schemas.microsoft.com/office/drawing/2014/main" id="{1B74A8D9-6F59-7B60-27DB-9F636ECA54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Imagem 14" descr="Uma imagem contendo desenho, relógio&#10;&#10;O conteúdo gerado por IA pode estar incorreto.">
            <a:extLst>
              <a:ext uri="{FF2B5EF4-FFF2-40B4-BE49-F238E27FC236}">
                <a16:creationId xmlns:a16="http://schemas.microsoft.com/office/drawing/2014/main" id="{14C4E067-553F-8868-CB67-CD831499EE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156" y="194731"/>
            <a:ext cx="901270" cy="944880"/>
          </a:xfrm>
          <a:prstGeom prst="rect">
            <a:avLst/>
          </a:prstGeom>
        </p:spPr>
      </p:pic>
      <p:pic>
        <p:nvPicPr>
          <p:cNvPr id="23" name="Imagem 22" descr="Texto&#10;&#10;O conteúdo gerado por IA pode estar incorreto.">
            <a:extLst>
              <a:ext uri="{FF2B5EF4-FFF2-40B4-BE49-F238E27FC236}">
                <a16:creationId xmlns:a16="http://schemas.microsoft.com/office/drawing/2014/main" id="{A0F2648F-8853-7B9B-6886-3EEDD77923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71"/>
            <a:ext cx="1467156" cy="1828321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6AEC7DBE-9828-310A-67B7-486695D5FB2A}"/>
              </a:ext>
            </a:extLst>
          </p:cNvPr>
          <p:cNvSpPr txBox="1"/>
          <p:nvPr/>
        </p:nvSpPr>
        <p:spPr>
          <a:xfrm>
            <a:off x="6745937" y="194731"/>
            <a:ext cx="52428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3200" b="1" i="1" dirty="0">
                <a:solidFill>
                  <a:schemeClr val="bg1"/>
                </a:solidFill>
                <a:latin typeface="HandelGotDLig" charset="0"/>
              </a:rPr>
              <a:t>Instituto Federal de Educação, </a:t>
            </a:r>
            <a:br>
              <a:rPr lang="pt-BR" altLang="pt-BR" sz="3200" b="1" i="1" dirty="0">
                <a:solidFill>
                  <a:schemeClr val="bg1"/>
                </a:solidFill>
                <a:latin typeface="HandelGotDLig" charset="0"/>
              </a:rPr>
            </a:br>
            <a:r>
              <a:rPr lang="pt-BR" altLang="pt-BR" sz="3200" b="1" i="1" dirty="0">
                <a:solidFill>
                  <a:schemeClr val="bg1"/>
                </a:solidFill>
                <a:latin typeface="HandelGotDLig" charset="0"/>
              </a:rPr>
              <a:t>Ciência e Tecnologia   </a:t>
            </a:r>
            <a:br>
              <a:rPr lang="pt-BR" altLang="pt-BR" sz="3200" b="1" i="1" dirty="0">
                <a:solidFill>
                  <a:schemeClr val="bg1"/>
                </a:solidFill>
                <a:latin typeface="HandelGotDLig" charset="0"/>
              </a:rPr>
            </a:br>
            <a:r>
              <a:rPr lang="pt-BR" altLang="pt-BR" sz="3200" b="1" i="1" dirty="0">
                <a:solidFill>
                  <a:schemeClr val="bg1"/>
                </a:solidFill>
                <a:latin typeface="HandelGotDLig" charset="0"/>
              </a:rPr>
              <a:t>de Santa Catarina</a:t>
            </a:r>
            <a:endParaRPr lang="pt-BR" altLang="pt-BR" sz="1600" b="1" i="1" dirty="0">
              <a:latin typeface="HandelGotDLig" charset="0"/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DE6CD3F6-240E-7A4C-7D6C-0D9E0B7E26C4}"/>
              </a:ext>
            </a:extLst>
          </p:cNvPr>
          <p:cNvSpPr txBox="1"/>
          <p:nvPr/>
        </p:nvSpPr>
        <p:spPr>
          <a:xfrm>
            <a:off x="203200" y="5139775"/>
            <a:ext cx="11785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hangingPunct="1">
              <a:spcAft>
                <a:spcPts val="13"/>
              </a:spcAft>
              <a:buClrTx/>
              <a:buFontTx/>
              <a:buNone/>
            </a:pPr>
            <a:r>
              <a:rPr lang="pt-BR" altLang="pt-BR" sz="3200" b="1" i="1" dirty="0">
                <a:solidFill>
                  <a:schemeClr val="bg1"/>
                </a:solidFill>
                <a:latin typeface="HandelGotDLig" charset="0"/>
              </a:rPr>
              <a:t>Técnico em Desenvolvimento de Sistemas</a:t>
            </a:r>
          </a:p>
          <a:p>
            <a:pPr algn="r" hangingPunct="1">
              <a:spcAft>
                <a:spcPts val="13"/>
              </a:spcAft>
              <a:buClrTx/>
              <a:buFontTx/>
              <a:buNone/>
            </a:pPr>
            <a:r>
              <a:rPr lang="pt-BR" altLang="pt-BR" sz="3200" b="1" i="1" dirty="0" err="1">
                <a:solidFill>
                  <a:schemeClr val="bg1"/>
                </a:solidFill>
                <a:latin typeface="HandelGotDLig" charset="0"/>
              </a:rPr>
              <a:t>Kourts</a:t>
            </a:r>
            <a:endParaRPr lang="pt-BR" altLang="pt-BR" sz="3200" b="1" i="1" dirty="0">
              <a:solidFill>
                <a:schemeClr val="bg1"/>
              </a:solidFill>
              <a:latin typeface="HandelGotDLig" charset="0"/>
            </a:endParaRPr>
          </a:p>
          <a:p>
            <a:pPr algn="r" hangingPunct="1">
              <a:spcAft>
                <a:spcPts val="13"/>
              </a:spcAft>
              <a:buClrTx/>
              <a:buFontTx/>
              <a:buNone/>
            </a:pPr>
            <a:r>
              <a:rPr lang="pt-BR" altLang="pt-BR" sz="3200" b="1" i="1" dirty="0">
                <a:solidFill>
                  <a:schemeClr val="bg1"/>
                </a:solidFill>
                <a:latin typeface="HandelGotDLig" charset="0"/>
              </a:rPr>
              <a:t>Guilherme W. May, Gustavo </a:t>
            </a:r>
            <a:r>
              <a:rPr lang="pt-BR" altLang="pt-BR" sz="3200" b="1" i="1" dirty="0" err="1">
                <a:solidFill>
                  <a:schemeClr val="bg1"/>
                </a:solidFill>
                <a:latin typeface="HandelGotDLig" charset="0"/>
              </a:rPr>
              <a:t>Rockembach</a:t>
            </a:r>
            <a:r>
              <a:rPr lang="pt-BR" altLang="pt-BR" sz="3200" b="1" i="1" dirty="0">
                <a:solidFill>
                  <a:schemeClr val="bg1"/>
                </a:solidFill>
                <a:latin typeface="HandelGotDLig" charset="0"/>
              </a:rPr>
              <a:t> e Paulo Ricardo </a:t>
            </a:r>
            <a:r>
              <a:rPr lang="pt-BR" altLang="pt-BR" sz="3200" b="1" i="1" dirty="0" err="1">
                <a:solidFill>
                  <a:schemeClr val="bg1"/>
                </a:solidFill>
                <a:latin typeface="HandelGotDLig" charset="0"/>
              </a:rPr>
              <a:t>Dalmaso</a:t>
            </a:r>
            <a:endParaRPr lang="pt-BR" altLang="pt-BR" sz="3200" b="1" i="1" dirty="0">
              <a:solidFill>
                <a:schemeClr val="bg1"/>
              </a:solidFill>
              <a:latin typeface="HandelGotDLig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2507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15281-9D7D-D2D1-92E7-49B3479F8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Padrão do plano de fundo">
            <a:extLst>
              <a:ext uri="{FF2B5EF4-FFF2-40B4-BE49-F238E27FC236}">
                <a16:creationId xmlns:a16="http://schemas.microsoft.com/office/drawing/2014/main" id="{B98BFD3C-CB99-BA15-B988-C7573B5F0EB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Imagem 14" descr="Uma imagem contendo desenho, relógio&#10;&#10;O conteúdo gerado por IA pode estar incorreto.">
            <a:extLst>
              <a:ext uri="{FF2B5EF4-FFF2-40B4-BE49-F238E27FC236}">
                <a16:creationId xmlns:a16="http://schemas.microsoft.com/office/drawing/2014/main" id="{70546EFA-8D67-128B-0D3C-B944608B57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156" y="194731"/>
            <a:ext cx="901270" cy="944880"/>
          </a:xfrm>
          <a:prstGeom prst="rect">
            <a:avLst/>
          </a:prstGeom>
        </p:spPr>
      </p:pic>
      <p:pic>
        <p:nvPicPr>
          <p:cNvPr id="23" name="Imagem 22" descr="Texto&#10;&#10;O conteúdo gerado por IA pode estar incorreto.">
            <a:extLst>
              <a:ext uri="{FF2B5EF4-FFF2-40B4-BE49-F238E27FC236}">
                <a16:creationId xmlns:a16="http://schemas.microsoft.com/office/drawing/2014/main" id="{5CE0773F-7ACD-CBBD-0E85-B71A10860F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71"/>
            <a:ext cx="1467156" cy="1828321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E2550603-07A3-C7EE-F34D-82D09627EC9A}"/>
              </a:ext>
            </a:extLst>
          </p:cNvPr>
          <p:cNvSpPr txBox="1"/>
          <p:nvPr/>
        </p:nvSpPr>
        <p:spPr>
          <a:xfrm>
            <a:off x="7760921" y="374783"/>
            <a:ext cx="3978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3200" b="1" i="1" dirty="0">
                <a:solidFill>
                  <a:schemeClr val="bg1"/>
                </a:solidFill>
                <a:latin typeface="HandelGotDLig" charset="0"/>
              </a:rPr>
              <a:t>Temática e Motivação</a:t>
            </a:r>
            <a:endParaRPr lang="pt-BR" altLang="pt-BR" sz="1600" b="1" i="1" dirty="0">
              <a:latin typeface="HandelGotDLig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FFF8D18-25FD-87A3-1F2D-F408639AEC2A}"/>
              </a:ext>
            </a:extLst>
          </p:cNvPr>
          <p:cNvSpPr txBox="1"/>
          <p:nvPr/>
        </p:nvSpPr>
        <p:spPr>
          <a:xfrm>
            <a:off x="495300" y="1999328"/>
            <a:ext cx="1074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Estamos na are</a:t>
            </a:r>
          </a:p>
        </p:txBody>
      </p:sp>
    </p:spTree>
    <p:extLst>
      <p:ext uri="{BB962C8B-B14F-4D97-AF65-F5344CB8AC3E}">
        <p14:creationId xmlns:p14="http://schemas.microsoft.com/office/powerpoint/2010/main" val="86385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BDFF2-C78B-C761-4104-B7435557D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Padrão do plano de fundo">
            <a:extLst>
              <a:ext uri="{FF2B5EF4-FFF2-40B4-BE49-F238E27FC236}">
                <a16:creationId xmlns:a16="http://schemas.microsoft.com/office/drawing/2014/main" id="{5EA106DE-E190-BF6A-DD62-1159C3AB402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Imagem 14" descr="Uma imagem contendo desenho, relógio&#10;&#10;O conteúdo gerado por IA pode estar incorreto.">
            <a:extLst>
              <a:ext uri="{FF2B5EF4-FFF2-40B4-BE49-F238E27FC236}">
                <a16:creationId xmlns:a16="http://schemas.microsoft.com/office/drawing/2014/main" id="{9F37D778-DD95-251F-67EB-D87A1FF1E3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156" y="194731"/>
            <a:ext cx="901270" cy="944880"/>
          </a:xfrm>
          <a:prstGeom prst="rect">
            <a:avLst/>
          </a:prstGeom>
        </p:spPr>
      </p:pic>
      <p:pic>
        <p:nvPicPr>
          <p:cNvPr id="23" name="Imagem 22" descr="Texto&#10;&#10;O conteúdo gerado por IA pode estar incorreto.">
            <a:extLst>
              <a:ext uri="{FF2B5EF4-FFF2-40B4-BE49-F238E27FC236}">
                <a16:creationId xmlns:a16="http://schemas.microsoft.com/office/drawing/2014/main" id="{2891373B-AC77-1236-1866-0E3DA2C85B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71"/>
            <a:ext cx="1467156" cy="1828321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528E0B20-88DC-CD15-1983-6674B9425F85}"/>
              </a:ext>
            </a:extLst>
          </p:cNvPr>
          <p:cNvSpPr txBox="1"/>
          <p:nvPr/>
        </p:nvSpPr>
        <p:spPr>
          <a:xfrm>
            <a:off x="10010345" y="374783"/>
            <a:ext cx="18402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3200" b="1" i="1" dirty="0">
                <a:solidFill>
                  <a:schemeClr val="bg1"/>
                </a:solidFill>
                <a:latin typeface="HandelGotDLig" charset="0"/>
              </a:rPr>
              <a:t>Descrição</a:t>
            </a:r>
            <a:endParaRPr lang="pt-BR" altLang="pt-BR" sz="1600" b="1" i="1" dirty="0">
              <a:latin typeface="HandelGotDLig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F0A147C-473F-C924-7B48-33ACC190FDAD}"/>
              </a:ext>
            </a:extLst>
          </p:cNvPr>
          <p:cNvSpPr txBox="1"/>
          <p:nvPr/>
        </p:nvSpPr>
        <p:spPr>
          <a:xfrm>
            <a:off x="352426" y="2055223"/>
            <a:ext cx="5334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</a:rPr>
              <a:t>Aplicação Web</a:t>
            </a:r>
          </a:p>
          <a:p>
            <a:pPr algn="ctr"/>
            <a:endParaRPr lang="pt-BR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bg1"/>
                </a:solidFill>
              </a:rPr>
              <a:t>Aplicação web para registrar, gerir quadras e controlar finanças.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bg1"/>
                </a:solidFill>
              </a:rPr>
              <a:t>Ferramentas completas para administração e acompanhamento financeiro das quadras.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2AF9693-1F68-AEE4-2513-6FE7B9309097}"/>
              </a:ext>
            </a:extLst>
          </p:cNvPr>
          <p:cNvSpPr txBox="1"/>
          <p:nvPr/>
        </p:nvSpPr>
        <p:spPr>
          <a:xfrm>
            <a:off x="6029324" y="2055223"/>
            <a:ext cx="581025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chemeClr val="bg1"/>
                </a:solidFill>
              </a:rPr>
              <a:t>Aplicação Mobile</a:t>
            </a:r>
          </a:p>
          <a:p>
            <a:pPr algn="ctr"/>
            <a:endParaRPr lang="pt-BR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bg1"/>
                </a:solidFill>
              </a:rPr>
              <a:t>Aplicativo móvel para facilitar a busca e o aluguel de quadras no dia a dia.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bg1"/>
                </a:solidFill>
              </a:rPr>
              <a:t>Encontre quadras disponíveis com informações de valores e horários a um toque.</a:t>
            </a:r>
          </a:p>
        </p:txBody>
      </p:sp>
    </p:spTree>
    <p:extLst>
      <p:ext uri="{BB962C8B-B14F-4D97-AF65-F5344CB8AC3E}">
        <p14:creationId xmlns:p14="http://schemas.microsoft.com/office/powerpoint/2010/main" val="429855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95C80-467F-A371-25C2-E2C7E3441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Padrão do plano de fundo">
            <a:extLst>
              <a:ext uri="{FF2B5EF4-FFF2-40B4-BE49-F238E27FC236}">
                <a16:creationId xmlns:a16="http://schemas.microsoft.com/office/drawing/2014/main" id="{87D003A8-F739-6191-7A8D-A4A7DCBD7E1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Imagem 14" descr="Uma imagem contendo desenho, relógio&#10;&#10;O conteúdo gerado por IA pode estar incorreto.">
            <a:extLst>
              <a:ext uri="{FF2B5EF4-FFF2-40B4-BE49-F238E27FC236}">
                <a16:creationId xmlns:a16="http://schemas.microsoft.com/office/drawing/2014/main" id="{8A3792B1-9A21-AE07-6E29-EFCAD909B7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156" y="194731"/>
            <a:ext cx="901270" cy="944880"/>
          </a:xfrm>
          <a:prstGeom prst="rect">
            <a:avLst/>
          </a:prstGeom>
        </p:spPr>
      </p:pic>
      <p:pic>
        <p:nvPicPr>
          <p:cNvPr id="23" name="Imagem 22" descr="Texto&#10;&#10;O conteúdo gerado por IA pode estar incorreto.">
            <a:extLst>
              <a:ext uri="{FF2B5EF4-FFF2-40B4-BE49-F238E27FC236}">
                <a16:creationId xmlns:a16="http://schemas.microsoft.com/office/drawing/2014/main" id="{8AD3316F-6C11-9790-E5B9-4A128983EB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71"/>
            <a:ext cx="1467156" cy="1828321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1FAC191D-363B-2539-9F75-5CD1A4EB1708}"/>
              </a:ext>
            </a:extLst>
          </p:cNvPr>
          <p:cNvSpPr txBox="1"/>
          <p:nvPr/>
        </p:nvSpPr>
        <p:spPr>
          <a:xfrm>
            <a:off x="7388353" y="361556"/>
            <a:ext cx="50281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3200" b="1" i="1" dirty="0">
                <a:solidFill>
                  <a:schemeClr val="bg1"/>
                </a:solidFill>
                <a:latin typeface="HandelGotDLig" charset="0"/>
              </a:rPr>
              <a:t>Use Case / Levantamento</a:t>
            </a:r>
            <a:endParaRPr lang="pt-BR" altLang="pt-BR" sz="1600" b="1" i="1" dirty="0">
              <a:latin typeface="HandelGotDLig" charset="0"/>
            </a:endParaRPr>
          </a:p>
        </p:txBody>
      </p:sp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4B335A7E-1BC6-0339-1297-6C59D69207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452" y="988469"/>
            <a:ext cx="5947095" cy="574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018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BC9CE-2788-F11E-82C1-6B6FAA11D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Padrão do plano de fundo">
            <a:extLst>
              <a:ext uri="{FF2B5EF4-FFF2-40B4-BE49-F238E27FC236}">
                <a16:creationId xmlns:a16="http://schemas.microsoft.com/office/drawing/2014/main" id="{12DE0864-ED96-900F-402B-D3004050AB7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Imagem 14" descr="Uma imagem contendo desenho, relógio&#10;&#10;O conteúdo gerado por IA pode estar incorreto.">
            <a:extLst>
              <a:ext uri="{FF2B5EF4-FFF2-40B4-BE49-F238E27FC236}">
                <a16:creationId xmlns:a16="http://schemas.microsoft.com/office/drawing/2014/main" id="{2A34279C-00E7-2D3A-7048-C31D3F6846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156" y="194731"/>
            <a:ext cx="901270" cy="944880"/>
          </a:xfrm>
          <a:prstGeom prst="rect">
            <a:avLst/>
          </a:prstGeom>
        </p:spPr>
      </p:pic>
      <p:pic>
        <p:nvPicPr>
          <p:cNvPr id="23" name="Imagem 22" descr="Texto&#10;&#10;O conteúdo gerado por IA pode estar incorreto.">
            <a:extLst>
              <a:ext uri="{FF2B5EF4-FFF2-40B4-BE49-F238E27FC236}">
                <a16:creationId xmlns:a16="http://schemas.microsoft.com/office/drawing/2014/main" id="{C71C6F3E-583E-76AF-2A22-4BFE84825B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71"/>
            <a:ext cx="1467156" cy="1828321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6EA40C50-2370-BFD5-67DB-B98B397634FA}"/>
              </a:ext>
            </a:extLst>
          </p:cNvPr>
          <p:cNvSpPr txBox="1"/>
          <p:nvPr/>
        </p:nvSpPr>
        <p:spPr>
          <a:xfrm>
            <a:off x="7760921" y="374783"/>
            <a:ext cx="3978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3200" b="1" i="1" dirty="0">
                <a:solidFill>
                  <a:schemeClr val="bg1"/>
                </a:solidFill>
                <a:latin typeface="HandelGotDLig" charset="0"/>
              </a:rPr>
              <a:t>Diagrama de Classe</a:t>
            </a:r>
            <a:endParaRPr lang="pt-BR" altLang="pt-BR" sz="1600" b="1" i="1" dirty="0">
              <a:latin typeface="HandelGotDLig" charset="0"/>
            </a:endParaRPr>
          </a:p>
        </p:txBody>
      </p:sp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E194D06F-C8F1-59EA-2831-C2D8D5E351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8912" y="959558"/>
            <a:ext cx="6186358" cy="552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14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F5A40-EAA5-2917-EF92-2168B780D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Padrão do plano de fundo">
            <a:extLst>
              <a:ext uri="{FF2B5EF4-FFF2-40B4-BE49-F238E27FC236}">
                <a16:creationId xmlns:a16="http://schemas.microsoft.com/office/drawing/2014/main" id="{EEC389C9-FAA5-FA85-C511-27CDAF9408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Imagem 14" descr="Uma imagem contendo desenho, relógio&#10;&#10;O conteúdo gerado por IA pode estar incorreto.">
            <a:extLst>
              <a:ext uri="{FF2B5EF4-FFF2-40B4-BE49-F238E27FC236}">
                <a16:creationId xmlns:a16="http://schemas.microsoft.com/office/drawing/2014/main" id="{66087988-BA56-9D16-110A-F51778F5C9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156" y="194731"/>
            <a:ext cx="901270" cy="944880"/>
          </a:xfrm>
          <a:prstGeom prst="rect">
            <a:avLst/>
          </a:prstGeom>
        </p:spPr>
      </p:pic>
      <p:pic>
        <p:nvPicPr>
          <p:cNvPr id="23" name="Imagem 22" descr="Texto&#10;&#10;O conteúdo gerado por IA pode estar incorreto.">
            <a:extLst>
              <a:ext uri="{FF2B5EF4-FFF2-40B4-BE49-F238E27FC236}">
                <a16:creationId xmlns:a16="http://schemas.microsoft.com/office/drawing/2014/main" id="{99D1F950-12CE-12B0-C638-BDE8EB1EE4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71"/>
            <a:ext cx="1467156" cy="1828321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BB01C59D-E167-F1E5-502C-0888C891CC80}"/>
              </a:ext>
            </a:extLst>
          </p:cNvPr>
          <p:cNvSpPr txBox="1"/>
          <p:nvPr/>
        </p:nvSpPr>
        <p:spPr>
          <a:xfrm>
            <a:off x="8995361" y="374783"/>
            <a:ext cx="29284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3200" b="1" i="1" dirty="0">
                <a:solidFill>
                  <a:schemeClr val="bg1"/>
                </a:solidFill>
                <a:latin typeface="HandelGotDLig" charset="0"/>
              </a:rPr>
              <a:t>Banco de Dados</a:t>
            </a:r>
            <a:endParaRPr lang="pt-BR" altLang="pt-BR" sz="1600" b="1" i="1" dirty="0">
              <a:latin typeface="HandelGotDLig" charset="0"/>
            </a:endParaRPr>
          </a:p>
        </p:txBody>
      </p:sp>
      <p:pic>
        <p:nvPicPr>
          <p:cNvPr id="3" name="Imagem 2" descr="Uma imagem contendo Código QR&#10;&#10;O conteúdo gerado por IA pode estar incorreto.">
            <a:extLst>
              <a:ext uri="{FF2B5EF4-FFF2-40B4-BE49-F238E27FC236}">
                <a16:creationId xmlns:a16="http://schemas.microsoft.com/office/drawing/2014/main" id="{AD7A2524-E084-7051-6855-AEE7D7C51BC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544" y="554544"/>
            <a:ext cx="8843024" cy="6108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027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62963-37A5-1665-A7A2-B38BFED1E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Padrão do plano de fundo">
            <a:extLst>
              <a:ext uri="{FF2B5EF4-FFF2-40B4-BE49-F238E27FC236}">
                <a16:creationId xmlns:a16="http://schemas.microsoft.com/office/drawing/2014/main" id="{C12C4E37-9894-3D75-89F1-DEF0C309CB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Imagem 14" descr="Uma imagem contendo desenho, relógio&#10;&#10;O conteúdo gerado por IA pode estar incorreto.">
            <a:extLst>
              <a:ext uri="{FF2B5EF4-FFF2-40B4-BE49-F238E27FC236}">
                <a16:creationId xmlns:a16="http://schemas.microsoft.com/office/drawing/2014/main" id="{FB1F2776-B4F3-2F11-2D1A-54E0DC773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156" y="194731"/>
            <a:ext cx="901270" cy="944880"/>
          </a:xfrm>
          <a:prstGeom prst="rect">
            <a:avLst/>
          </a:prstGeom>
        </p:spPr>
      </p:pic>
      <p:pic>
        <p:nvPicPr>
          <p:cNvPr id="23" name="Imagem 22" descr="Texto&#10;&#10;O conteúdo gerado por IA pode estar incorreto.">
            <a:extLst>
              <a:ext uri="{FF2B5EF4-FFF2-40B4-BE49-F238E27FC236}">
                <a16:creationId xmlns:a16="http://schemas.microsoft.com/office/drawing/2014/main" id="{36952031-473C-E0F4-E680-778776C253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71"/>
            <a:ext cx="1467156" cy="1828321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B6D1C43D-22D2-BD45-98AE-C2730B04F73B}"/>
              </a:ext>
            </a:extLst>
          </p:cNvPr>
          <p:cNvSpPr txBox="1"/>
          <p:nvPr/>
        </p:nvSpPr>
        <p:spPr>
          <a:xfrm>
            <a:off x="9608108" y="374783"/>
            <a:ext cx="22334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3200" b="1" i="1" dirty="0">
                <a:solidFill>
                  <a:schemeClr val="bg1"/>
                </a:solidFill>
                <a:latin typeface="HandelGotDLig" charset="0"/>
              </a:rPr>
              <a:t>Tecnologias</a:t>
            </a:r>
            <a:endParaRPr lang="pt-BR" altLang="pt-BR" sz="1600" b="1" i="1" dirty="0">
              <a:latin typeface="HandelGotDLig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226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E51F8-2F0C-AFE4-7E07-CB0E2E504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 descr="Padrão do plano de fundo">
            <a:extLst>
              <a:ext uri="{FF2B5EF4-FFF2-40B4-BE49-F238E27FC236}">
                <a16:creationId xmlns:a16="http://schemas.microsoft.com/office/drawing/2014/main" id="{6205A0DD-BE51-CFC5-7A72-0F758A0E699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Imagem 14" descr="Uma imagem contendo desenho, relógio&#10;&#10;O conteúdo gerado por IA pode estar incorreto.">
            <a:extLst>
              <a:ext uri="{FF2B5EF4-FFF2-40B4-BE49-F238E27FC236}">
                <a16:creationId xmlns:a16="http://schemas.microsoft.com/office/drawing/2014/main" id="{ED5BDB1B-B63B-15C8-EDC4-486F4A2D43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7156" y="194731"/>
            <a:ext cx="901270" cy="944880"/>
          </a:xfrm>
          <a:prstGeom prst="rect">
            <a:avLst/>
          </a:prstGeom>
        </p:spPr>
      </p:pic>
      <p:pic>
        <p:nvPicPr>
          <p:cNvPr id="23" name="Imagem 22" descr="Texto&#10;&#10;O conteúdo gerado por IA pode estar incorreto.">
            <a:extLst>
              <a:ext uri="{FF2B5EF4-FFF2-40B4-BE49-F238E27FC236}">
                <a16:creationId xmlns:a16="http://schemas.microsoft.com/office/drawing/2014/main" id="{9DFE41EE-5293-0187-6C88-2D13EA7A1E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71"/>
            <a:ext cx="1467156" cy="1828321"/>
          </a:xfrm>
          <a:prstGeom prst="rect">
            <a:avLst/>
          </a:prstGeom>
        </p:spPr>
      </p:pic>
      <p:sp>
        <p:nvSpPr>
          <p:cNvPr id="25" name="CaixaDeTexto 24">
            <a:extLst>
              <a:ext uri="{FF2B5EF4-FFF2-40B4-BE49-F238E27FC236}">
                <a16:creationId xmlns:a16="http://schemas.microsoft.com/office/drawing/2014/main" id="{20288068-8C20-301E-C41D-17F0DAFC0781}"/>
              </a:ext>
            </a:extLst>
          </p:cNvPr>
          <p:cNvSpPr txBox="1"/>
          <p:nvPr/>
        </p:nvSpPr>
        <p:spPr>
          <a:xfrm>
            <a:off x="9813848" y="374783"/>
            <a:ext cx="1821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3200" b="1" i="1" dirty="0">
                <a:solidFill>
                  <a:schemeClr val="bg1"/>
                </a:solidFill>
                <a:latin typeface="HandelGotDLig" charset="0"/>
              </a:rPr>
              <a:t>Protótipo</a:t>
            </a:r>
            <a:endParaRPr lang="pt-BR" altLang="pt-BR" sz="1600" b="1" i="1" dirty="0">
              <a:latin typeface="HandelGotDLig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B45AF1F-96D1-0CC9-81A5-C4CDBCD85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4937" y="2840037"/>
            <a:ext cx="6842125" cy="117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00800" tIns="50400" rIns="100800" bIns="50400">
            <a:spAutoFit/>
          </a:bodyPr>
          <a:lstStyle>
            <a:lvl1pPr>
              <a:spcBef>
                <a:spcPts val="13"/>
              </a:spcBef>
              <a:spcAft>
                <a:spcPts val="14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1pPr>
            <a:lvl2pPr>
              <a:spcBef>
                <a:spcPts val="7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2pPr>
            <a:lvl3pPr>
              <a:spcBef>
                <a:spcPts val="6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3pPr>
            <a:lvl4pPr>
              <a:spcBef>
                <a:spcPts val="5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4pPr>
            <a:lvl5pPr>
              <a:spcBef>
                <a:spcPts val="5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5pPr>
            <a:lvl6pPr marL="2514600" indent="-228600" defTabSz="449263" eaLnBrk="0" fontAlgn="base" hangingPunct="0">
              <a:spcBef>
                <a:spcPts val="5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6pPr>
            <a:lvl7pPr marL="2971800" indent="-228600" defTabSz="449263" eaLnBrk="0" fontAlgn="base" hangingPunct="0">
              <a:spcBef>
                <a:spcPts val="5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7pPr>
            <a:lvl8pPr marL="3429000" indent="-228600" defTabSz="449263" eaLnBrk="0" fontAlgn="base" hangingPunct="0">
              <a:spcBef>
                <a:spcPts val="5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8pPr>
            <a:lvl9pPr marL="3886200" indent="-228600" defTabSz="449263" eaLnBrk="0" fontAlgn="base" hangingPunct="0">
              <a:spcBef>
                <a:spcPts val="51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333038" algn="l"/>
                <a:tab pos="107823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Microsoft YaHei" panose="020B0503020204020204" pitchFamily="34" charset="-122"/>
              </a:defRPr>
            </a:lvl9pPr>
          </a:lstStyle>
          <a:p>
            <a:pPr algn="ctr" eaLnBrk="1" hangingPunct="1">
              <a:spcAft>
                <a:spcPts val="613"/>
              </a:spcAft>
              <a:buClrTx/>
              <a:buFontTx/>
              <a:buNone/>
            </a:pPr>
            <a:r>
              <a:rPr lang="pt-BR" altLang="pt-BR" sz="2000" dirty="0">
                <a:solidFill>
                  <a:schemeClr val="bg1"/>
                </a:solidFill>
                <a:latin typeface="Verdana" panose="020B0604030504040204" pitchFamily="34" charset="0"/>
              </a:rPr>
              <a:t>E AGORA VAMOS PARA O PROTÓTIPO</a:t>
            </a:r>
          </a:p>
          <a:p>
            <a:pPr eaLnBrk="1" hangingPunct="1">
              <a:spcAft>
                <a:spcPts val="613"/>
              </a:spcAft>
              <a:buClrTx/>
              <a:buFontTx/>
              <a:buNone/>
            </a:pPr>
            <a:endParaRPr lang="pt-BR" altLang="pt-BR" sz="2000" dirty="0">
              <a:solidFill>
                <a:schemeClr val="bg1"/>
              </a:solidFill>
              <a:latin typeface="Verdana" panose="020B0604030504040204" pitchFamily="34" charset="0"/>
            </a:endParaRPr>
          </a:p>
          <a:p>
            <a:pPr algn="ctr" eaLnBrk="1" hangingPunct="1">
              <a:spcAft>
                <a:spcPts val="613"/>
              </a:spcAft>
              <a:buClrTx/>
              <a:buFontTx/>
              <a:buNone/>
            </a:pPr>
            <a:r>
              <a:rPr lang="pt-BR" altLang="pt-BR" sz="2000" dirty="0">
                <a:solidFill>
                  <a:schemeClr val="bg1"/>
                </a:solidFill>
                <a:latin typeface="Verdana" panose="020B060403050404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Projeto no </a:t>
            </a:r>
            <a:r>
              <a:rPr lang="pt-BR" altLang="pt-BR" sz="2000" dirty="0" err="1">
                <a:solidFill>
                  <a:schemeClr val="bg1"/>
                </a:solidFill>
                <a:latin typeface="Verdana" panose="020B060403050404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figma</a:t>
            </a:r>
            <a:endParaRPr lang="pt-BR" altLang="pt-BR" sz="2000" dirty="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7360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</TotalTime>
  <Words>112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HandelGotDLig</vt:lpstr>
      <vt:lpstr>Verdana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Guilherme Weber May</dc:creator>
  <cp:lastModifiedBy>Guilherme Weber May</cp:lastModifiedBy>
  <cp:revision>7</cp:revision>
  <dcterms:created xsi:type="dcterms:W3CDTF">2025-12-01T16:33:51Z</dcterms:created>
  <dcterms:modified xsi:type="dcterms:W3CDTF">2025-12-03T10:41:20Z</dcterms:modified>
</cp:coreProperties>
</file>